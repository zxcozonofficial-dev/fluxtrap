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У каждой страны есть гимн, его знают все. А вот то, что свой гимн есть и у города, многие даже не замечают. Хотя мы слышим его гораздо чаще, чем думаем: он звучит на Московском вокзале, когда прибывает поезд, на городских праздниках, на торжественных церемониях, в День города. Мелодия знакомая до мурашек, а если спросить, кто её написал и о чём там поётся, ответят единицы. Наш проект как раз об этом. Мы взяли гимн Санкт-Петербурга, «Гимн великому городу», и разобрались, откуда он взялся, что в нём зашифровано и зачем он вообще нужен современному городу.
Цель: изучить историю создания, символику и значение гимна Санкт-Петербурга и рассказать о нём так, чтобы после нашего выступления любой одноклассник мог объяснить, что это за музыка и почему она у города именно такая.
Задачи: узнать, кто написал музыку и слова гимна и при каких обстоятельствах он создавался; разобраться, как гимн стал официальным символом города и что говорит об этом закон; проанализировать музыку и текст и понять, какими средствами композитор передаёт характер Петербурга; сравнить наш гимн с гимном другого региона и найти сходства и различия; провести опрос и выяснить, как к гимну относятся сами петербуржцы; сделать вывод о том, какую роль гимн играет в жизни города сегодня.
Гипотеза: мы предположили, что гимн Петербурга любят и узнают не за слова, а за музыку, и что большинство горожан не смогут назвать ни автора, ни текст. В конце проверим, так ли это.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Самое интересное, что гимном эта музыка была задумана не сразу. Её написал композитор Рейнгольд Морицевич Глиэр: в конце 1940-х годов он работал над балетом «Медный всадник» по поэме Пушкина. Балет поставили в Ленинграде, в Кировском театре (сегодня это Мариинский). Финал спектакля Глиэр назвал «Гимн великому городу»: торжественная, широкая мелодия, под которую на сцене как будто вырастает сам Петербург. Важно понимать, когда это было: город только-только пережил блокаду, стоял в руинах и восстанавливался. Музыка о великом городе, который не сломить, звучала тогда совсем не как красивая декорация, она попадала прямо в сердце. Зал принял финал так, что мелодия быстро зажила своей отдельной жизнью: её играли на концертах и по радио, и постепенно она стала музыкальным лицом Ленинграда.
Официальным символом мелодия Глиэра стала в 1991 году, в тот самый год, когда городу вернули историческое имя Санкт-Петербург. Но всё это время у гимна была одна странность: музыка есть, а слов нет. Их пытались написать не раз, варианты обсуждали и отклоняли: слишком трудно было подобрать текст, который не испортил бы такую мелодию. Слова появились только в 2003 году, к 300-летию города. Их автором стал петербургский поэт Олег Чупров, и текст утвердили городским законом.
Любопытная деталь: гимн Петербурга оказался фрагментом балета, а не специально заказанной «официальной» музыкой. Просто кусок театрального спектакля, который город выбрал себе сам, потому что узнал в нём себя.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самое интересное: почему эта музыка звучит именно как Петербург. Гимн начинается не с бодрого марша, а с широкой, тяжёлой и величественной темы. Темп медленный, шаг похож на большую торжественную процессию. Мощно вступают духовые и медь, звучание плотное, каменное. Это очень точно передаёт сам Петербург: город строгих линий, гранитных набережных, колонн и дворцов. В нём нет суеты, он размеренный и немного холодный. Мелодия при этом не агрессивная, она торжественная и гордая. А широкие, разливающиеся фразы легко услышать как Неву и простор, который открывается с набережной.
Есть и второй слой, литературный. Музыка родилась в балете о «Медном всаднике», а это главный символ города, памятник Петру I, основателю Петербурга. То есть в гимн изначально вшита тема основания города, его создания из ничего, на болотах, силой воли. Отсюда и ощущение монументальности.
Текст Олега Чупрова продолжает ту же линию: он начинается со слов о державном граде над Невою. В нём нет ни одного лишнего слова про политику или власть, речь идёт о городе, о реке, о славе, о верности и о людях, которые этот город любят и берегут. Гимн Петербурга получился не про государство, а про сам город.
Главная мысль: услышав первые такты, человек, ни разу не бывавший здесь, всё равно поймёт, что речь о чём-то большом, старинном и величественном.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Теория теорией, но нам было интересно, как к гимну относятся живые люди. Поэтому мы сделали практическую часть из трёх шагов. Первое: слушали. Включали гимн знакомым без объявления и просили сказать, узнают ли они мелодию и какие чувства она вызывает. Второе: опрашивали, задавали несколько простых вопросов родным, друзьям и одноклассникам. Третье: сравнивали наш гимн с гимном Москвы.
Сравнение получилось показательным. Гимн Москвы, «Дорогая моя столица» на музыку Исаака Дунаевского, это песня: у неё есть припев, её легко подхватить и спеть хором. Наш гимн устроен иначе: это оркестровая пьеса, которую сложно петь, зато невозможно ни с чем спутать. Москва в своём гимне поёт о себе как о любимой столице, тепло и по-домашнему. Петербург скорее молчит и звучит: строго, величественно, на расстоянии.
Главный вывод опроса такой: мелодию узнают почти все, а автора почти никто не может назвать или процитировать хоть строчку текста. При этом отношение к гимну у людей тёплое: его называют красивым, «мурашечным», связывают с вокзалом, возвращением домой и Днём города. Наша гипотеза подтвердилась: петербуржцы любят свой гимн именно как музыку, а не как текст.
(Впишите в таблицу реальные ответы своих респондентов перед защитой.)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начинали с простого вопроса: что мы вообще знаем о гимне своего города, кроме того, что он красивый. Оказалось, что за этой мелодией стоит целая история: музыка из балета о «Медном всаднике», написанная Глиэром в годы, когда город поднимался после блокады, полвека жизни без слов, официальный статус в 1991 году и текст Олега Чупрова, появившийся только к 300-летию города.
Главное, что мы поняли: гимн стоит в одном ряду с гербом и флагом, но работает иначе. Герб можно нарисовать, флаг вывесить, а гимн человек просто чувствует: он слышит его на вокзале, на празднике, в День Победы, и в этот момент ощущает себя частью города. Именно поэтому мелодия Глиэра пережила и смену эпохи, и смену названия города. Петербург однажды узнал в ней себя и не отпускает до сих пор.
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Источники для проверки фактов перед защитой.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5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200400" y="4206240"/>
            <a:ext cx="8229600" cy="8229600"/>
          </a:xfrm>
          <a:prstGeom prst="ellipse">
            <a:avLst/>
          </a:prstGeom>
          <a:solidFill>
            <a:srgbClr val="1B3A5C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114800"/>
            <a:ext cx="7315200" cy="7315200"/>
          </a:xfrm>
          <a:prstGeom prst="ellipse">
            <a:avLst/>
          </a:prstGeom>
          <a:solidFill>
            <a:srgbClr val="C99A3E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0" y="141732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ТВОРЧЕСКИЙ ПРОЕКТ ПО МУЗЫКЕ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0" y="187452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Гимн моего города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88036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Санкт-Петербурга: история создания, символика и значение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0" y="37033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«Гимн великому городу»  ·  музыка Рейнгольда Глиэра  ·  слова Олега Чупрова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892808" y="4617720"/>
            <a:ext cx="585216" cy="5852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92808" y="4617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498848" y="4617720"/>
            <a:ext cx="585216" cy="5852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98848" y="4617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104888" y="4617720"/>
            <a:ext cx="585216" cy="5852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04888" y="4617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710928" y="4617720"/>
            <a:ext cx="585216" cy="5852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710928" y="4617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0" y="6172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Санкт-Петербург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0253C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640080" cy="64008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548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566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9875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вступление · цель · задачи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200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слышим гимн города чаще, чем замечаем: на вокзале, на празднике, в День города.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кто его написал и о чём он, знают единицы.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806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9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«Гимн великому городу»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5943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96012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Изучить историю создания, символику и значение гимна Санкт-Петербурга и рассказать о нём так, чтобы каждый мог объяснить, что это за музыка и почему она именно такая.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9659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423160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74920" y="2322576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Узнать, кто написал музыку и слова и при каких обстоятельствах создавался гимн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63440" y="3081528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74920" y="2980944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Разобраться, как гимн стал официальным символом города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63440" y="3739896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74920" y="3639312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Проанализировать музыку и текст: какими средствами передан характер Петербурга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63440" y="4398264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74920" y="4297680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Сравнить наш гимн с гимном другого региона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63440" y="5056632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74920" y="4956048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опрос: как к гимну относятся сами петербуржцы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5715000"/>
            <a:ext cx="6675120" cy="68580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5788152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Гипотеза:  </a:t>
            </a:r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петербуржцы любят гимн за музыку, а не за текст: большинство не назовёт автора и не вспомнит строчки.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ТЕОРИЯ · ЧАСТЬ 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881360" y="457200"/>
            <a:ext cx="502920" cy="50292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88136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рождался гимн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Мелодию написал 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2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Рейнгольд Глиэр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как финал балета «Медный всадник» по поэме Пушкина. Премьера прошла в Ленинграде, только пережившем блокаду. Слова появились лишь через полвека.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160520"/>
            <a:ext cx="10332720" cy="0"/>
          </a:xfrm>
          <a:prstGeom prst="line">
            <a:avLst/>
          </a:prstGeom>
          <a:noFill/>
          <a:ln w="31750">
            <a:solidFill>
              <a:srgbClr val="C99A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05406" y="4059936"/>
            <a:ext cx="201168" cy="20116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C99A3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3474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1949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389120"/>
            <a:ext cx="24917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Премьера балета «Медный всадник» в Ленинграде. Его финал назвали «Гимн великому городу»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88586" y="4059936"/>
            <a:ext cx="201168" cy="20116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C99A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89020" y="3474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1950-е–80-е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43300" y="4389120"/>
            <a:ext cx="24917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Мелодия звучит отдельно от балета и становится музыкальным символом Ленинграда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71766" y="4059936"/>
            <a:ext cx="201168" cy="20116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C99A3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3474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1991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4389120"/>
            <a:ext cx="24917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Музыка Глиэра официально утверждена гимном города, в год, когда ему вернули имя Санкт-Петербург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854946" y="4059936"/>
            <a:ext cx="201168" cy="20116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C99A3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55380" y="3474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709660" y="4389120"/>
            <a:ext cx="24917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300-летию города утверждён текст гимна, его автор Олег Чупров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6126480"/>
            <a:ext cx="10908792" cy="548640"/>
          </a:xfrm>
          <a:prstGeom prst="roundRect">
            <a:avLst>
              <a:gd name="adj" fmla="val 10000"/>
            </a:avLst>
          </a:prstGeom>
          <a:solidFill>
            <a:srgbClr val="1025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61264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Факт: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полвека у гимна была музыка без единого слова текста.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ТЕОРИЯ · ЧАСТЬ 2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881360" y="457200"/>
            <a:ext cx="502920" cy="50292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88136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772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Музыка как портрет города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не рассказывает о Петербурге словами, а как будто рисует его звуком. Вот пять приёмов, в которых это слышно: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EAF0F7"/>
          </a:solidFill>
          <a:ln/>
        </p:spPr>
      </p:sp>
      <p:sp>
        <p:nvSpPr>
          <p:cNvPr id="8" name="Shape 6"/>
          <p:cNvSpPr/>
          <p:nvPr/>
        </p:nvSpPr>
        <p:spPr>
          <a:xfrm>
            <a:off x="841248" y="2194560"/>
            <a:ext cx="365760" cy="36576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41248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2615184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Медленный,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широкий темп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218688"/>
            <a:ext cx="3026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Величие и спокойствие: город никуда не торопится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EAF0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498848" y="2194560"/>
            <a:ext cx="365760" cy="36576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98848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498848" y="2615184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Мощные духовые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медь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498848" y="3218688"/>
            <a:ext cx="3026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Гранит, камень, монументальная архитектура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955280" y="20116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EAF0F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56448" y="2194560"/>
            <a:ext cx="365760" cy="36576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156448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156448" y="2615184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Торжественный,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гимнический характер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156448" y="3218688"/>
            <a:ext cx="3026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Праздник и гордость, парадный облик города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EAF0F7"/>
          </a:solidFill>
          <a:ln/>
        </p:spPr>
      </p:sp>
      <p:sp>
        <p:nvSpPr>
          <p:cNvPr id="23" name="Shape 21"/>
          <p:cNvSpPr/>
          <p:nvPr/>
        </p:nvSpPr>
        <p:spPr>
          <a:xfrm>
            <a:off x="841248" y="4069080"/>
            <a:ext cx="365760" cy="36576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" y="4489704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Плавные,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широкие фразы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" y="5093208"/>
            <a:ext cx="3026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Нева, простор, открытые панорамы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97680" y="3886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EAF0F7"/>
          </a:solidFill>
          <a:ln/>
        </p:spPr>
      </p:sp>
      <p:sp>
        <p:nvSpPr>
          <p:cNvPr id="28" name="Shape 26"/>
          <p:cNvSpPr/>
          <p:nvPr/>
        </p:nvSpPr>
        <p:spPr>
          <a:xfrm>
            <a:off x="4498848" y="4069080"/>
            <a:ext cx="365760" cy="36576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98848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98848" y="4489704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Минорные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оттенки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498848" y="5093208"/>
            <a:ext cx="3026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Строгость и память о пережитом, прежде всего о блокаде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55280" y="3886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10253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156448" y="4069080"/>
            <a:ext cx="30266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«Медный всадник»
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родился из балета о памятнике Петру I, о теме основания города силой воли, на пустом месте.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881360" y="457200"/>
            <a:ext cx="502920" cy="50292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88136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772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говорят сами петербуржцы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слушали реакцию знакомых, спрашивали и сравнивали наш гимн с гимном Москвы.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65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ОПРОС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54864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Узнаёте ли вы эту мелодию?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Знаете, что это гимн Петербурга?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Можете назвать автора музыки / слов?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Помните хотя бы строчку текста?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Какие чувства вызывает мелодия?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5349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Правый столбец: впишите реальные ответы своих респондентов.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СПБ vs МОСКВА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46520" y="2331720"/>
            <a:ext cx="2514600" cy="2834640"/>
          </a:xfrm>
          <a:prstGeom prst="roundRect">
            <a:avLst>
              <a:gd name="adj" fmla="val 2909"/>
            </a:avLst>
          </a:prstGeom>
          <a:solidFill>
            <a:srgbClr val="10253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9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Санкт-Петербург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017520"/>
            <a:ext cx="2148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Оркестровая пьеса без припева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 петь, невозможно спутать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Звучит строго, величественно, на расстоянии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189720" y="2331720"/>
            <a:ext cx="2514600" cy="28346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3DEE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72600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Москва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9372600" y="3017520"/>
            <a:ext cx="2148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Песня с припевом («Дорогая моя столица»)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Легко подхватить и спеть хором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Звучит тепло и по-домашнему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46520" y="5394960"/>
            <a:ext cx="5257800" cy="685800"/>
          </a:xfrm>
          <a:prstGeom prst="roundRect">
            <a:avLst>
              <a:gd name="adj" fmla="val 10667"/>
            </a:avLst>
          </a:prstGeom>
          <a:solidFill>
            <a:srgbClr val="EAF0F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75120" y="546811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опроса:  </a:t>
            </a:r>
            <a:pPr indent="0" marL="0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мелодию узнают почти все, а автора почти никто не называет. Гипотеза подтвердилась.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25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2743200"/>
            <a:ext cx="7315200" cy="7315200"/>
          </a:xfrm>
          <a:prstGeom prst="ellipse">
            <a:avLst/>
          </a:prstGeom>
          <a:solidFill>
            <a:srgbClr val="1B3A5C">
              <a:alpha val="6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Гимн как музыкальный портрет города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7680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начинали с простого вопроса: что мы вообще знаем о гимне своего города, кроме того, что он красивый. За мелодией нашлась целая история: музыка из балета о «Медном всаднике», написанная Глиэром в годы, когда город поднимался после блокады, полвека жизни без слов, официальный статус в 1991 году и текст Олега Чупрова, появившийся только к 300-летию.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стоит в одном ряду с гербом и флагом, но работает иначе. Герб можно нарисовать, флаг вывесить, а гимн человек просто чувствует, и в этот момент ощущает себя частью города.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2960" y="544068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1B3A5C"/>
          </a:solidFill>
          <a:ln w="12700">
            <a:solidFill>
              <a:srgbClr val="C99A3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55321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получился таким же строгим и величественным, как сам город.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проекта достигнута, все задачи выполнены.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01952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755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Р. М. Глиэр (1875–1956), балет «Медный всадник» по поэме А. С. Пушкина; премьера в Ленинграде, Театр им. С. М. Кирова (ныне Мариинский), 1949 год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505456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35915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Финальный номер балета называется «Гимн великому городу»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108960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29626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1991 году музыка Глиэра утверждена гимном города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12464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356616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2003 году законом Санкт-Петербурга утверждён текст гимна, его автор Олег Чупров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315968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416966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сравнения: гимн Москвы, «Дорогая моя столица», музыка И. О. Дунаевского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98348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EAF0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505663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защитой стоит перепроверить даты и полный текст гимна на официальном сайте Администрации Санкт-Петербурга и по закону Санкт-Петербурга о символах города.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Гимн моего города: Санкт-Петербург</dc:title>
  <dc:subject>PptxGenJS Presentation</dc:subject>
  <dc:creator>Творческий проект по музыке</dc:creator>
  <cp:lastModifiedBy>Творческий проект по музыке</cp:lastModifiedBy>
  <cp:revision>1</cp:revision>
  <dcterms:created xsi:type="dcterms:W3CDTF">2026-09-25T09:39:20Z</dcterms:created>
  <dcterms:modified xsi:type="dcterms:W3CDTF">2026-09-25T09:39:20Z</dcterms:modified>
</cp:coreProperties>
</file>