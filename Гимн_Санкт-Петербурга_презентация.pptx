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У каждой страны есть гимн — его знают все. А вот то, что свой гимн есть и у города, многие даже не замечают. Хотя мы слышим его гораздо чаще, чем думаем: он звучит на Московском вокзале, когда прибывает поезд, на городских праздниках, на торжественных церемониях и в День города. Мелодия знакомая до мурашек — а если спросить, кто её написал и о чём там поётся, ответят единицы. Наш проект как раз об этом: мы взяли гимн Санкт-Петербурга — «Гимн великому городу» — и разобрались, откуда он взялся, что в нём зашифровано и зачем он вообще нужен современному городу.
Цель: изучить историю создания, символику и значение гимна Санкт-Петербурга и рассказать о нём так, чтобы после нашего выступления любой одноклассник мог объяснить, что это за музыка и почему она у города именно такая.
Задачи: узнать, кто написал музыку и слова гимна и при каких обстоятельствах он создавался; разобраться, как гимн стал официальным символом города и что говорит об этом закон; проанализировать музыку и текст: какими средствами композитор передаёт характер Петербурга; сравнить наш гимн с гимном другого региона и найти сходства и различия; провести опрос и выяснить, как к гимну относятся сами петербуржцы; сделать вывод о том, какую роль гимн играет в жизни города сегодня.
Гипотеза: мы предположили, что гимн Петербурга любят и узнают не за слова, а за музыку — и что большинство горожан не смогут назвать ни автора, ни текст. В конце проверим, так ли это.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интересное, что гимном эта музыка была задумана не сразу. Её написал композитор Рейнгольд Морицевич Глиэр — в конце 1940-х годов он работал над балетом «Медный всадник» по поэме Пушкина. Балет поставили в Ленинграде, в Кировском театре — сегодня это Мариинский. Финал спектакля Глиэр назвал «Гимн великому городу»: торжественная, широкая мелодия, под которую на сцене как будто вырастает сам Петербург. Важно понимать, когда это было: город только-только пережил блокаду, стоял в руинах и восстанавливался. Музыка о великом городе, который не сломить, звучала тогда совсем не как красивая декорация — она попадала прямо в сердце. Зал принял финал так, что мелодия быстро зажила своей отдельной жизнью: её играли на концертах и по радио, и постепенно она стала музыкальным лицом Ленинграда.
Официальным символом мелодия Глиэра стала в 1991 году — в том самом, когда городу вернули историческое имя Санкт-Петербург. Но всё это время у гимна была одна странность: музыка есть, а слов нет. Их пытались написать не раз, варианты обсуждали и отклоняли — слишком трудно было подобрать текст, который не испортил бы такую мелодию. Слова появились только в 2003 году, к 300-летию города: их автором стал петербургский поэт Олег Чупров, и текст утвердили городским законом.
Любопытная деталь: получается, гимн Петербурга — это фрагмент балета. Не специально заказанная «официальная» музыка, а кусок театрального спектакля, который город выбрал себе сам, потому что узнал в нём себя.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самое интересное — почему эта музыка «звучит как Петербург». Гимн начинается не с бодрого марша, а с широкой, тяжёлой и величественной темы. Темп медленный, шаг — как у большой торжественной процессии. Мощно вступают духовые и медь, звучание плотное, «каменное». Это очень точно: Петербург — город строгих линий, гранитных набережных, колонн и дворцов. В нём нет суеты, он размеренный и немного холодный. Мелодия при этом не агрессивная — она торжественная и гордая. А широкие, «разливающиеся» фразы легко услышать как Неву и простор, который открывается с набережной.
Есть и второй слой, литературный. Музыка родилась в балете о «Медном всаднике», а это главный символ города — памятник Петру I, основателю Петербурга. То есть в гимн изначально вшита тема основания города, его создания из ничего, на болотах, силой воли. Отсюда и ощущение монументальности.
Текст Олега Чупрова продолжает ту же линию — он начинается со слов о державном граде над Невою. В нём нет ни одного лишнего слова про политику или власть: речь идёт о городе, о реке, о славе, о верности и о людях, которые этот город любят и берегут. Гимн Петербурга получился не про государство, а про сам город.
Главная мысль: услышав первые такты, человек, ни разу не бывавший здесь, всё равно поймёт — речь о чём-то большом, старинном и величественном.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Теория теорией, но нам было интересно, как к гимну относятся живые люди. Поэтому мы сделали практическую часть из трёх шагов. Первое — слушали: включали гимн знакомым без объявления и просили сказать, узнают ли они мелодию и какие чувства она вызывает. Второе — опрашивали: задавали несколько простых вопросов родным, друзьям и одноклассникам. Третье — сравнивали наш гимн с гимном Москвы.
Сравнение получилось показательным. Гимн Москвы — «Дорогая моя столица» на музыку Исаака Дунаевского — это песня: у неё есть припев, её легко подхватить и спеть хором. Наш гимн устроен иначе: это оркестровая пьеса, которую сложно петь, зато невозможно ни с чем спутать. Москва в своём гимне поёт о себе как о любимой столице, тепло и по-домашнему. Петербург — молчит и звучит: строго, величественно, на расстоянии.
Главный вывод опроса такой: мелодию узнают почти все — и почти никто не может назвать автора или процитировать хоть строчку текста. При этом отношение к гимну у людей тёплое: его называют красивым, «мурашечным», связывают с вокзалом, возвращением домой и Днём города. Наша гипотеза подтвердилась: петербуржцы любят свой гимн именно как музыку, а не как текст.
(Впишите в таблицу реальные ответы своих респондентов перед защитой.)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начинали с простого вопроса — что мы вообще знаем о гимне своего города, кроме того, что он красивый. Оказалось, что за этой мелодией стоит целая история: музыка из балета о «Медном всаднике», написанная Глиэром в годы, когда город поднимался после блокады; полвека жизни без слов; официальный статус в 1991-м и текст Олега Чупрова, появившийся только к 300-летию города.
Главное, что мы поняли: гимн — это не формальность из списка символов рядом с гербом и флагом. Это способ города рассказать о себе. Герб можно нарисовать, флаг — вывесить, а гимн человек чувствует: он слышит его на вокзале, на празднике, в День Победы — и в этот момент ощущает себя частью города. Именно поэтому мелодия Глиэра пережила и смену эпохи, и смену названия города. Петербург однажды узнал в ней себя — и не отпускает до сих пор.
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для проверки фактов перед защитой.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4206240"/>
            <a:ext cx="8229600" cy="82296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114800"/>
            <a:ext cx="7315200" cy="7315200"/>
          </a:xfrm>
          <a:prstGeom prst="ellipse">
            <a:avLst/>
          </a:prstGeom>
          <a:solidFill>
            <a:srgbClr val="C99A3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4173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ТВОРЧЕСКИЙ ПРОЕКТ ПО МУЗЫКЕ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87452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Гимн моего города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8803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Гимн Санкт-Петербурга: история создания, символика и значение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3703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«Гимн великому городу»  ·  музыка — Рейнгольд Глиэр  ·  слова — Олег Чупров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92808" y="4434840"/>
            <a:ext cx="585216" cy="585216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92808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Никита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8848" y="4434840"/>
            <a:ext cx="585216" cy="585216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Тимур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04888" y="4434840"/>
            <a:ext cx="585216" cy="585216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10928" y="4434840"/>
            <a:ext cx="585216" cy="585216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10928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860536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Даниил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53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566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Никита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87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вступление · цель · задачи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слышим гимн города чаще, чем замечаем: на вокзале, на празднике, в День города.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кто его написал и о чём он — знают единицы.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06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«Гимн великому городу»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594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9601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историю создания, символику и значение гимна Санкт-Петербурга — и рассказать о нём так, чтобы каждый мог объяснить, что это за музыка и почему она именно такая.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65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201168" cy="20116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232257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Узнать, кто написал музыку и слова и при каких обстоятельствах создавался гимн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081528"/>
            <a:ext cx="201168" cy="20116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74920" y="298094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Разобраться, как гимн стал официальным символом города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739896"/>
            <a:ext cx="201168" cy="20116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74920" y="363931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музыку и текст: какими средствами передан характер Петербурга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4398264"/>
            <a:ext cx="201168" cy="20116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429768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наш гимн с гимном другого региона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5056632"/>
            <a:ext cx="201168" cy="20116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495604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опрос: как к гимну относятся сами петербуржцы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5715000"/>
            <a:ext cx="6675120" cy="6858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57881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петербуржцы любят гимн за музыку, а не за текст — большинство не назовёт автора и не вспомнит строчки.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ЧАСТЬ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881360" y="457200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502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Тимур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рождался гимн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Мелодию написал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Рейнгольд Глиэр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как финал балета «Медный всадник» по поэме Пушкина — премьера прошла в Ленинграде, только пережившем блокаду. Слова появились лишь через полвека.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10332720" cy="0"/>
          </a:xfrm>
          <a:prstGeom prst="line">
            <a:avLst/>
          </a:prstGeom>
          <a:noFill/>
          <a:ln w="31750">
            <a:solidFill>
              <a:srgbClr val="C99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5406" y="4059936"/>
            <a:ext cx="201168" cy="201168"/>
          </a:xfrm>
          <a:prstGeom prst="ellipse">
            <a:avLst/>
          </a:prstGeom>
          <a:solidFill>
            <a:srgbClr val="1B3A5C"/>
          </a:solidFill>
          <a:ln w="25400">
            <a:solidFill>
              <a:srgbClr val="C99A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7472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38912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Премьера балета «Медный всадник» в Ленинграде. Финал — «Гимн великому городу»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8586" y="4059936"/>
            <a:ext cx="201168" cy="201168"/>
          </a:xfrm>
          <a:prstGeom prst="ellipse">
            <a:avLst/>
          </a:prstGeom>
          <a:solidFill>
            <a:srgbClr val="1B3A5C"/>
          </a:solidFill>
          <a:ln w="25400">
            <a:solidFill>
              <a:srgbClr val="C99A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9020" y="347472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1950-е–80-е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438912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Мелодия звучит отдельно от балета и становится музыкальным символом Ленинграда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71766" y="4059936"/>
            <a:ext cx="201168" cy="201168"/>
          </a:xfrm>
          <a:prstGeom prst="ellipse">
            <a:avLst/>
          </a:prstGeom>
          <a:solidFill>
            <a:srgbClr val="1B3A5C"/>
          </a:solidFill>
          <a:ln w="25400">
            <a:solidFill>
              <a:srgbClr val="C99A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47472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38912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 Глиэра официально утверждена гимном города — в год возвращения имени Санкт-Петербург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54946" y="4059936"/>
            <a:ext cx="201168" cy="201168"/>
          </a:xfrm>
          <a:prstGeom prst="ellipse">
            <a:avLst/>
          </a:prstGeom>
          <a:solidFill>
            <a:srgbClr val="1B3A5C"/>
          </a:solidFill>
          <a:ln w="25400">
            <a:solidFill>
              <a:srgbClr val="C9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55380" y="347472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709660" y="4389120"/>
            <a:ext cx="24917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300-летию города утверждён текст гимна — автор слов Олег Чупров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6126480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1025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6126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полвека у гимна была музыка без единого слова текста.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· ЧАСТЬ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881360" y="457200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502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Музыка как портрет города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Гимн не рассказывает о Петербурге словами — он его изображает звуком. Пять приёмов, в которых это слышно: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5856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Медленный, широкий темп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Величие и спокойствие — город никуда не торопится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057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225856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Мощные духовые и медь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Гранит, камень, монументальная архитектура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2057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0" y="225856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Торжественный, гимнический характер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 и гордость, парадный облик города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90448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Плавные, широкие фразы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Нева, простор, открытые панорамы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3703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390448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262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389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Минорные оттенки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Строгость и память о пережитом — прежде всего о блокаде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55280" y="3703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0253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83880" y="3867912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«Медный всадник»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Гимн родился из балета о памятнике Петру I — теме основания города силой воли, на пустом месте.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881360" y="457200"/>
            <a:ext cx="502920" cy="502920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869680" y="502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Даниил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говорят сами петербуржцы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слушали реакцию знакомых, спрашивали и сравнивали наш гимн с гимном Москвы.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ОПРОС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Узнаёте ли вы эту мелодию?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Знаете, что это гимн Петербурга?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Можете назвать автора музыки / слов?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Помните хотя бы строчку текста?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Какие чувства вызывает мелодия?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Правый столбец — впишите реальные ответы своих респондентов.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 vs МОСКВА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23317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025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2940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Санкт-Петербург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30175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Оркестровая пьеса без припева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петь, невозможно спутать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Звучит строго, величественно, на расстоянии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89720" y="23317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7260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Москва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30175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Песня с припевом («Дорогая моя столица»)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подхватить и спеть хором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Звучит тепло и по-домашнему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46520" y="539496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EAF0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5468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опроса: 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мелодию узнают почти все, автора почти никто не называет — гипотеза подтвердилась.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7315200" cy="73152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Гимн — это музыкальный портрет города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начинали с вопроса — что мы вообще знаем о гимне своего города, кроме того, что он красивый. За мелодией оказалась история: музыка из балета о «Медном всаднике», написанная Глиэром в годы, когда город поднимался после блокады; полвека жизни без слов; официальный статус в 1991-м и текст Олега Чупрова, появившийся только к 300-летию.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Гимн — не формальность из списка символов рядом с гербом и флагом. Это способ города рассказать о себе: герб можно нарисовать, флаг — вывесить, а гимн человек чувствует и в этот момент ощущает себя частью города.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5532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Строгий, величественный и гордый — как сам Петербург.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 достигнута, все задачи выполнены.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46304" cy="146304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55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Р. М. Глиэр (1875–1956), балет «Медный всадник» по поэме А. С. Пушкина; премьера — Ленинград, Театр им. С. М. Кирова (ныне Мариинский), 1949 год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05456"/>
            <a:ext cx="146304" cy="146304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591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номер балета — «Гимн великому городу»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46304" cy="146304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9626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 год — музыка Глиэра утверждена гимном города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12464"/>
            <a:ext cx="146304" cy="146304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год — законом Санкт-Петербурга утверждён текст гимна, автор слов — Олег Чупров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15968"/>
            <a:ext cx="146304" cy="146304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16966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сравнения: гимн Москвы — «Дорогая моя столица», музыка И. О. Дунаевского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EAF0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566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защитой стоит перепроверить даты и полный текст гимна на официальном сайте Администрации Санкт-Петербурга и по закону Санкт-Петербурга о символах города.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Гимн моего города — Санкт-Петербург</dc:title>
  <dc:subject>PptxGenJS Presentation</dc:subject>
  <dc:creator>Никита, Тимур, Денис, Даниил</dc:creator>
  <cp:lastModifiedBy>Никита, Тимур, Денис, Даниил</cp:lastModifiedBy>
  <cp:revision>1</cp:revision>
  <dcterms:created xsi:type="dcterms:W3CDTF">2026-09-15T10:30:22Z</dcterms:created>
  <dcterms:modified xsi:type="dcterms:W3CDTF">2026-09-15T10:30:22Z</dcterms:modified>
</cp:coreProperties>
</file>